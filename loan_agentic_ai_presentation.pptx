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2227FC-964A-4D29-9035-3761BE7454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AE1FB5-B249-4E66-9745-D55898C83D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1864308-E8AA-4E79-B203-6F848B94C3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06E3522-7DCE-439E-B9F8-C653AFE97D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D852202-DCAC-490E-A0E5-31FEB7362D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91C2772-EDC4-453C-94E8-4FDBE4E828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1051B06-7080-4DF9-AB2B-0E96E3C1A5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82283F4-A760-4357-B8E9-A88DA06CB8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06F784F-36EF-464F-99B9-62A72572D7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0953740-434D-4D4B-B627-F46CE5EF09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1FD4890-62C0-497B-8258-679C3CBABD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8C6A46-A4DD-4E1B-9E10-F6DBA0F5EC5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73D208-D7CB-46E8-BF54-07F5777DAE2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62F6C9-ED97-401F-A721-E831213662A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939370-065B-4AC3-9F84-0CAAA82BB24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A0C70B-BF07-4FA0-8221-5358A4045ED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DDAF86-1ACA-4D5E-B6D8-AF8DA86F1BB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7733B2-782E-4868-AD6A-95119B61163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94C47C-5AE0-4260-8A8F-E33B67C06D1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4A033C-7791-4647-8959-EBFAC5D2509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E8BBF7-A893-4D9F-B5F4-EB54B53C5E7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8ACF88-078D-46DD-BD85-9D9B3A9EE7D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Autonomous Loan Approval System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Powered by Multi-Agent AI Architecture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Confidential Panel Presentation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The Problem with Traditional Processing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Current systems force a difficult choice: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1. Manual processing is slow and expensive.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2. Human reviewers are subject to cognitive bias and fatigue.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3. Traditional 'Black Box' AI lacks explainability and cannot handle complex reasoning.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Our Solution: A True Agentic AI System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Moving from a single algorithm to a collaborative team of AI agents: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Dynamic Reasoning: The system routes applications based on confidence.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Specialisation: Agents have specific roles (e.g., Data, Risk, Policy).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Complete Transparency: Every step is logged and auditable.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The 6-Agent Architecture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Each agent performs a specific, bounded task: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1. Data Agent: Extracts financial features from documents.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2. Risk Agent: Machine Learning-based credit scoring.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3. Policy Agent: Enforces hard regulatory constraints.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4. Fairness Agent: Actively detects demographic bias.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5. Explainability Agent: Generates transparent risk narratives.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6. Audit Agent: Maintains an immutable compliance trail.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Handling Edge Cases (Dynamic Routing)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The system knows its own limits: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Clear Approvals: Processed instantly via the straight-through path.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Clear Rejects: Rejected instantly with exact, non-discriminatory reasons.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Borderline/Anomalies: Automatically escalated to a Human Review Dashboard.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Ensuring Fairness and Compliance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Built-in regulatory safety mechanisms: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Bias Detection (Fairness Agent): Uses counterfactual analysis to ensure disparate impact remains within legal thresholds.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Immutable Audit Trail: Every input, model prediction, and policy check is logged.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Policy Override: Business rules automatically override ML predictions if a constraint is violated.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Explainability: The 'Glass Box' Approach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Generating 3 distinct narratives for different audiences: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For the Applicant: Clear, simple reasons using natural language.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For the Reviewer: Technical breakdown of risk factors and feature importance.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For the Regulator: Comprehensive rule compliance mapping and audit logs.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Technology Stack &amp; Implementation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Built on a robust, scalable, and secure foundation: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Stateless Authentication: JWT + bcrypt.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Zero-Trust Gateway: Input validation and rate limiting.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Stateful Orchestration: LangGraph for multi-agent workflows.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Data Layer: Async PostgreSQL for high throughput.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Conclusion &amp; Next Steps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Successfully solves the trade-off between standardisation and complex review.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Active protection against AI bias and hallucination.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2026-04-01T22:20:01Z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